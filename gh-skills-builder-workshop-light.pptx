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4"/>
  </p:sldMasterIdLst>
  <p:notesMasterIdLst>
    <p:notesMasterId r:id="rId20"/>
  </p:notesMasterIdLst>
  <p:handoutMasterIdLst>
    <p:handoutMasterId r:id="rId21"/>
  </p:handoutMasterIdLst>
  <p:sldIdLst>
    <p:sldId id="536"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536"/>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5"/>
    <p:restoredTop sz="70455"/>
  </p:normalViewPr>
  <p:slideViewPr>
    <p:cSldViewPr snapToGrid="0" showGuides="1">
      <p:cViewPr varScale="1">
        <p:scale>
          <a:sx n="107" d="100"/>
          <a:sy n="107" d="100"/>
        </p:scale>
        <p:origin x="3216" y="168"/>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fld id="{625C53A8-59A0-4A49-BAB4-A832A26A8EF5}" type="slidenum">
              <a:rPr lang="en-US" smtClean="0"/>
              <a:t>1</a:t>
            </a:fld>
            <a:endParaRPr lang="en-US"/>
          </a:p>
        </p:txBody>
      </p:sp>
    </p:spTree>
    <p:extLst>
      <p:ext uri="{BB962C8B-B14F-4D97-AF65-F5344CB8AC3E}">
        <p14:creationId xmlns:p14="http://schemas.microsoft.com/office/powerpoint/2010/main" val="470264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peaker Card (1)">
    <p:bg>
      <p:bgPr>
        <a:solidFill>
          <a:schemeClr val="tx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CDD3A83C-C68D-A01C-8D55-A1D1099D7AE2}"/>
              </a:ext>
            </a:extLst>
          </p:cNvPr>
          <p:cNvSpPr/>
          <p:nvPr userDrawn="1"/>
        </p:nvSpPr>
        <p:spPr>
          <a:xfrm>
            <a:off x="2432957" y="5767540"/>
            <a:ext cx="9564624" cy="18288"/>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574F9EF-6157-12DC-61AB-8A5121251365}"/>
              </a:ext>
            </a:extLst>
          </p:cNvPr>
          <p:cNvPicPr>
            <a:picLocks noChangeAspect="1"/>
          </p:cNvPicPr>
          <p:nvPr userDrawn="1"/>
        </p:nvPicPr>
        <p:blipFill>
          <a:blip r:embed="rId2"/>
          <a:srcRect/>
          <a:stretch/>
        </p:blipFill>
        <p:spPr>
          <a:xfrm>
            <a:off x="0" y="1339"/>
            <a:ext cx="2234327" cy="6855321"/>
          </a:xfrm>
          <a:prstGeom prst="rect">
            <a:avLst/>
          </a:prstGeom>
        </p:spPr>
      </p:pic>
      <p:sp>
        <p:nvSpPr>
          <p:cNvPr id="6" name="Google Shape;179;p20">
            <a:extLst>
              <a:ext uri="{FF2B5EF4-FFF2-40B4-BE49-F238E27FC236}">
                <a16:creationId xmlns:a16="http://schemas.microsoft.com/office/drawing/2014/main" id="{A7FFC1F3-8BEF-E97F-C230-B432F005AC9C}"/>
              </a:ext>
            </a:extLst>
          </p:cNvPr>
          <p:cNvSpPr>
            <a:spLocks noGrp="1"/>
          </p:cNvSpPr>
          <p:nvPr>
            <p:ph type="pic" idx="35"/>
          </p:nvPr>
        </p:nvSpPr>
        <p:spPr>
          <a:xfrm>
            <a:off x="2432958" y="5966439"/>
            <a:ext cx="687748" cy="697885"/>
          </a:xfrm>
          <a:prstGeom prst="rect">
            <a:avLst/>
          </a:prstGeom>
          <a:noFill/>
          <a:ln w="19050" cap="flat" cmpd="sng">
            <a:noFill/>
            <a:prstDash val="solid"/>
            <a:round/>
            <a:headEnd type="none" w="sm" len="sm"/>
            <a:tailEnd type="none" w="sm" len="sm"/>
          </a:ln>
          <a:effectLst/>
        </p:spPr>
        <p:txBody>
          <a:bodyPr anchor="ctr">
            <a:normAutofit/>
          </a:bodyPr>
          <a:lstStyle>
            <a:lvl1pPr marL="0" indent="0" algn="ctr">
              <a:buNone/>
              <a:defRPr sz="800">
                <a:solidFill>
                  <a:schemeClr val="bg1"/>
                </a:solidFill>
                <a:latin typeface="Mona Sans" pitchFamily="2" charset="77"/>
              </a:defRPr>
            </a:lvl1pPr>
          </a:lstStyle>
          <a:p>
            <a:r>
              <a:rPr lang="en-US"/>
              <a:t>Click icon to add picture</a:t>
            </a:r>
          </a:p>
        </p:txBody>
      </p:sp>
      <p:sp>
        <p:nvSpPr>
          <p:cNvPr id="7" name="Text Placeholder 23">
            <a:extLst>
              <a:ext uri="{FF2B5EF4-FFF2-40B4-BE49-F238E27FC236}">
                <a16:creationId xmlns:a16="http://schemas.microsoft.com/office/drawing/2014/main" id="{E352D00D-EE75-CB77-8F13-8268D0D06B93}"/>
              </a:ext>
            </a:extLst>
          </p:cNvPr>
          <p:cNvSpPr>
            <a:spLocks noGrp="1"/>
          </p:cNvSpPr>
          <p:nvPr>
            <p:ph type="body" sz="quarter" idx="36" hasCustomPrompt="1"/>
          </p:nvPr>
        </p:nvSpPr>
        <p:spPr>
          <a:xfrm>
            <a:off x="3233879" y="5966439"/>
            <a:ext cx="8774021" cy="152601"/>
          </a:xfrm>
          <a:prstGeom prst="rect">
            <a:avLst/>
          </a:prstGeom>
        </p:spPr>
        <p:txBody>
          <a:bodyPr lIns="0" tIns="0" rIns="0" bIns="0" anchor="t" anchorCtr="0">
            <a:noAutofit/>
          </a:bodyPr>
          <a:lstStyle>
            <a:lvl1pPr marL="0" indent="0" algn="l">
              <a:buNone/>
              <a:defRPr sz="1400" b="0" i="0" cap="all" spc="0" baseline="0">
                <a:solidFill>
                  <a:schemeClr val="bg1"/>
                </a:solidFill>
                <a:latin typeface="Mona Sans Mono" pitchFamily="2" charset="77"/>
                <a:cs typeface="Mona Sans Mono"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FIRST &amp; LAST NAME</a:t>
            </a:r>
          </a:p>
        </p:txBody>
      </p:sp>
      <p:sp>
        <p:nvSpPr>
          <p:cNvPr id="18" name="Text Placeholder 23">
            <a:extLst>
              <a:ext uri="{FF2B5EF4-FFF2-40B4-BE49-F238E27FC236}">
                <a16:creationId xmlns:a16="http://schemas.microsoft.com/office/drawing/2014/main" id="{2DA06915-DFE8-BA40-66FE-DB36AF3AA28F}"/>
              </a:ext>
            </a:extLst>
          </p:cNvPr>
          <p:cNvSpPr>
            <a:spLocks noGrp="1"/>
          </p:cNvSpPr>
          <p:nvPr>
            <p:ph type="body" sz="quarter" idx="52" hasCustomPrompt="1"/>
          </p:nvPr>
        </p:nvSpPr>
        <p:spPr>
          <a:xfrm>
            <a:off x="3225891" y="6242206"/>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Position</a:t>
            </a:r>
          </a:p>
        </p:txBody>
      </p:sp>
      <p:sp>
        <p:nvSpPr>
          <p:cNvPr id="19" name="Text Placeholder 23">
            <a:extLst>
              <a:ext uri="{FF2B5EF4-FFF2-40B4-BE49-F238E27FC236}">
                <a16:creationId xmlns:a16="http://schemas.microsoft.com/office/drawing/2014/main" id="{202FB8F3-2821-69D4-507F-5017CF5CE90F}"/>
              </a:ext>
            </a:extLst>
          </p:cNvPr>
          <p:cNvSpPr>
            <a:spLocks noGrp="1"/>
          </p:cNvSpPr>
          <p:nvPr>
            <p:ph type="body" sz="quarter" idx="53" hasCustomPrompt="1"/>
          </p:nvPr>
        </p:nvSpPr>
        <p:spPr>
          <a:xfrm>
            <a:off x="3225891" y="6517125"/>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Company</a:t>
            </a:r>
          </a:p>
        </p:txBody>
      </p:sp>
      <p:sp>
        <p:nvSpPr>
          <p:cNvPr id="3" name="Text Placeholder 16">
            <a:extLst>
              <a:ext uri="{FF2B5EF4-FFF2-40B4-BE49-F238E27FC236}">
                <a16:creationId xmlns:a16="http://schemas.microsoft.com/office/drawing/2014/main" id="{8EFAC2B3-7796-5DC1-D99B-34D89ECA07CF}"/>
              </a:ext>
            </a:extLst>
          </p:cNvPr>
          <p:cNvSpPr>
            <a:spLocks noGrp="1"/>
          </p:cNvSpPr>
          <p:nvPr>
            <p:ph type="body" sz="quarter" idx="62" hasCustomPrompt="1"/>
          </p:nvPr>
        </p:nvSpPr>
        <p:spPr>
          <a:xfrm>
            <a:off x="2432957" y="190499"/>
            <a:ext cx="9566956" cy="5396429"/>
          </a:xfrm>
          <a:prstGeom prst="rect">
            <a:avLst/>
          </a:prstGeom>
        </p:spPr>
        <p:txBody>
          <a:bodyPr lIns="0" tIns="0" rIns="0" bIns="0"/>
          <a:lstStyle>
            <a:lvl1pPr>
              <a:defRPr sz="7200">
                <a:solidFill>
                  <a:schemeClr val="bg1"/>
                </a:solidFill>
                <a:latin typeface="+mj-lt"/>
              </a:defRPr>
            </a:lvl1pPr>
          </a:lstStyle>
          <a:p>
            <a:pPr lvl="0"/>
            <a:r>
              <a:rPr lang="en-US" dirty="0"/>
              <a:t>Presentation title</a:t>
            </a:r>
          </a:p>
        </p:txBody>
      </p:sp>
    </p:spTree>
    <p:extLst>
      <p:ext uri="{BB962C8B-B14F-4D97-AF65-F5344CB8AC3E}">
        <p14:creationId xmlns:p14="http://schemas.microsoft.com/office/powerpoint/2010/main" val="326367330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1"/>
    <p:sldLayoutId id="2147483828" r:id="rId2"/>
    <p:sldLayoutId id="2147483833" r:id="rId3"/>
    <p:sldLayoutId id="2147483798" r:id="rId4"/>
    <p:sldLayoutId id="214748383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E81BB25-05B9-FA9D-5A58-36683C61328B}"/>
              </a:ext>
            </a:extLst>
          </p:cNvPr>
          <p:cNvSpPr>
            <a:spLocks noGrp="1"/>
          </p:cNvSpPr>
          <p:nvPr>
            <p:ph type="body" sz="quarter" idx="62"/>
          </p:nvPr>
        </p:nvSpPr>
        <p:spPr>
          <a:xfrm>
            <a:off x="2432955" y="190499"/>
            <a:ext cx="9755869" cy="5396429"/>
          </a:xfrm>
        </p:spPr>
        <p:txBody>
          <a:bodyPr lIns="0" tIns="0" rIns="0" bIns="0" anchor="t"/>
          <a:lstStyle/>
          <a:p>
            <a:r>
              <a:rPr lang="en-US" sz="6000" dirty="0">
                <a:cs typeface="Arial"/>
              </a:rPr>
              <a:t>Turn any idea into a Hands-on GitHub Exercise</a:t>
            </a:r>
          </a:p>
          <a:p>
            <a:r>
              <a:rPr lang="en-US" sz="2800" b="0" dirty="0">
                <a:solidFill>
                  <a:schemeClr val="accent1">
                    <a:lumMod val="50000"/>
                  </a:schemeClr>
                </a:solidFill>
              </a:rPr>
              <a:t>GitHub Copilot app/CLI and the gh-skills-builder-plugin</a:t>
            </a:r>
          </a:p>
        </p:txBody>
      </p:sp>
      <p:pic>
        <p:nvPicPr>
          <p:cNvPr id="3" name="Picture Placeholder 2"/>
          <p:cNvPicPr>
            <a:picLocks noGrp="1" noChangeAspect="1"/>
          </p:cNvPicPr>
          <p:nvPr>
            <p:ph type="pic" idx="35"/>
          </p:nvPr>
        </p:nvPicPr>
        <p:blipFill>
          <a:blip r:embed="rId3"/>
          <a:stretch>
            <a:fillRect/>
          </a:stretch>
        </p:blipFill>
        <p:spPr>
          <a:xfrm>
            <a:off x="2432304" y="5953887"/>
            <a:ext cx="1266294" cy="872871"/>
          </a:xfrm>
          <a:prstGeom prst="rect">
            <a:avLst/>
          </a:prstGeom>
        </p:spPr>
      </p:pic>
      <p:sp>
        <p:nvSpPr>
          <p:cNvPr id="4" name="Text Placeholder 3">
            <a:extLst>
              <a:ext uri="{FF2B5EF4-FFF2-40B4-BE49-F238E27FC236}">
                <a16:creationId xmlns:a16="http://schemas.microsoft.com/office/drawing/2014/main" id="{4A609B22-2C4D-C2FB-0481-215313D67764}"/>
              </a:ext>
            </a:extLst>
          </p:cNvPr>
          <p:cNvSpPr>
            <a:spLocks noGrp="1"/>
          </p:cNvSpPr>
          <p:nvPr>
            <p:ph type="body" sz="quarter" idx="36"/>
          </p:nvPr>
        </p:nvSpPr>
        <p:spPr>
          <a:xfrm>
            <a:off x="3981469" y="6061689"/>
            <a:ext cx="8507391" cy="162484"/>
          </a:xfrm>
        </p:spPr>
        <p:txBody>
          <a:bodyPr/>
          <a:lstStyle/>
          <a:p>
            <a:r>
              <a:rPr lang="en-US" sz="2000" b="1" dirty="0">
                <a:latin typeface="Mona Sans Mono"/>
              </a:rPr>
              <a:t>Ari LiVigni</a:t>
            </a:r>
          </a:p>
        </p:txBody>
      </p:sp>
      <p:sp>
        <p:nvSpPr>
          <p:cNvPr id="5" name="Text Placeholder 4">
            <a:extLst>
              <a:ext uri="{FF2B5EF4-FFF2-40B4-BE49-F238E27FC236}">
                <a16:creationId xmlns:a16="http://schemas.microsoft.com/office/drawing/2014/main" id="{4A8F00A5-3DD0-3A96-6213-85E278C08EB8}"/>
              </a:ext>
            </a:extLst>
          </p:cNvPr>
          <p:cNvSpPr>
            <a:spLocks noGrp="1"/>
          </p:cNvSpPr>
          <p:nvPr>
            <p:ph type="body" sz="quarter" idx="52"/>
          </p:nvPr>
        </p:nvSpPr>
        <p:spPr>
          <a:xfrm>
            <a:off x="3978170" y="6466342"/>
            <a:ext cx="8507390" cy="76401"/>
          </a:xfrm>
        </p:spPr>
        <p:txBody>
          <a:body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6" name="Text Placeholder 5">
            <a:extLst>
              <a:ext uri="{FF2B5EF4-FFF2-40B4-BE49-F238E27FC236}">
                <a16:creationId xmlns:a16="http://schemas.microsoft.com/office/drawing/2014/main" id="{F3D55955-7190-CBAE-9ECC-77BB8EE28D4D}"/>
              </a:ext>
            </a:extLst>
          </p:cNvPr>
          <p:cNvSpPr>
            <a:spLocks noGrp="1"/>
          </p:cNvSpPr>
          <p:nvPr>
            <p:ph type="body" sz="quarter" idx="53"/>
          </p:nvPr>
        </p:nvSpPr>
        <p:spPr>
          <a:xfrm>
            <a:off x="3968648" y="6622258"/>
            <a:ext cx="8774021" cy="152601"/>
          </a:xfrm>
        </p:spPr>
        <p:txBody>
          <a:bodyPr/>
          <a:lstStyle/>
          <a:p>
            <a:r>
              <a:rPr lang="en-US" sz="1600" b="1" dirty="0">
                <a:solidFill>
                  <a:schemeClr val="accent4"/>
                </a:solidFill>
                <a:latin typeface="Mona Sans Display"/>
              </a:rPr>
              <a:t>GitHub</a:t>
            </a:r>
          </a:p>
        </p:txBody>
      </p:sp>
    </p:spTree>
    <p:extLst>
      <p:ext uri="{BB962C8B-B14F-4D97-AF65-F5344CB8AC3E}">
        <p14:creationId xmlns:p14="http://schemas.microsoft.com/office/powerpoint/2010/main" val="1203796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0D6836"/>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000000"/>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dirty="0">
                <a:solidFill>
                  <a:srgbClr val="0D6836"/>
                </a:solidFill>
                <a:latin typeface="Mona Sans Display"/>
              </a:rPr>
              <a:t>Working title: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0D6836"/>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0D6836"/>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5C6A75"/>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theme/theme1.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3.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TotalTime>
  <Words>2846</Words>
  <Application>Microsoft Macintosh PowerPoint</Application>
  <PresentationFormat>Custom</PresentationFormat>
  <Paragraphs>163</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Arial</vt:lpstr>
      <vt:lpstr>Calibri</vt:lpstr>
      <vt:lpstr>Mona Sans</vt:lpstr>
      <vt:lpstr>Mona Sans Display</vt:lpstr>
      <vt:lpstr>Mona Sans Mono</vt:lpstr>
      <vt:lpstr>Mona-Sans</vt:lpstr>
      <vt:lpstr>Mona-Sans Regular</vt:lpstr>
      <vt:lpstr>GitHub Default Theme_light version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3</cp:revision>
  <dcterms:created xsi:type="dcterms:W3CDTF">2026-09-28T20:33:34Z</dcterms:created>
  <dcterms:modified xsi:type="dcterms:W3CDTF">2026-10-25T16:37:12Z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